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658" y="-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B86CC-BC90-4615-A0B9-4E330376A018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023FF-0912-4480-9B5E-5785123218C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023FF-0912-4480-9B5E-5785123218C8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023FF-0912-4480-9B5E-5785123218C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50E9E-BDA9-43BC-BFD8-A5608374E7B2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Nestori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6BCF-8D25-450F-A0C3-1A0A46D5A3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CAFB-70BF-423E-8255-4AA6727F99B4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Nestori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6BCF-8D25-450F-A0C3-1A0A46D5A3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E94FB-1C69-4ADA-B830-E8563504446E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Nestori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6BCF-8D25-450F-A0C3-1A0A46D5A3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8A5B-3C4F-45E6-B4E3-C89C36D1E40A}" type="datetime1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Nestori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6BCF-8D25-450F-A0C3-1A0A46D5A3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686C-BB59-4DA8-86D5-6C5D55F03D7E}" type="datetime1">
              <a:rPr lang="en-US" smtClean="0"/>
              <a:t>3/22/2024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Nestori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6BCF-8D25-450F-A0C3-1A0A46D5A3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8E8C-3E1A-41BD-91EA-8765B4FC14C7}" type="datetime1">
              <a:rPr lang="en-US" smtClean="0"/>
              <a:t>3/22/2024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Nestori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6BCF-8D25-450F-A0C3-1A0A46D5A3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4ED2A-E64E-4333-A429-5B39C697BD37}" type="datetime1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Nestori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6BCF-8D25-450F-A0C3-1A0A46D5A3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54A4-8304-49EC-A638-06567830E973}" type="datetime1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Nestori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6BCF-8D25-450F-A0C3-1A0A46D5A3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83353-3943-4C8A-9303-72A317A4E8FE}" type="datetime1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Nestori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6BCF-8D25-450F-A0C3-1A0A46D5A3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D05A-8D7B-47A0-9A78-DFA615A1D2D7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Nestori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6BCF-8D25-450F-A0C3-1A0A46D5A3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BF972-96DC-4B28-821B-19C2E93A7A3B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Nestori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6BCF-8D25-450F-A0C3-1A0A46D5A3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40DCF-A952-496A-8247-97F4C220F569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Nestori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66BCF-8D25-450F-A0C3-1A0A46D5A3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Nestroi – “Find your nest, write your story”</a:t>
            </a:r>
            <a:endParaRPr lang="en-US" sz="3200" dirty="0"/>
          </a:p>
        </p:txBody>
      </p:sp>
      <p:pic>
        <p:nvPicPr>
          <p:cNvPr id="4" name="Picture 3" descr="App Logo Nam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504" y="123478"/>
            <a:ext cx="1800200" cy="3605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Nestori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6BCF-8D25-450F-A0C3-1A0A46D5A34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1417</TotalTime>
  <Words>15</Words>
  <Application>Microsoft Office PowerPoint</Application>
  <PresentationFormat>On-screen Show (16:9)</PresentationFormat>
  <Paragraphs>5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Nestroi – “Find your nest, write your story”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Nestroi – “Find your nest, write your story”</dc:title>
  <dc:creator>Thethar</dc:creator>
  <cp:lastModifiedBy>Thethar</cp:lastModifiedBy>
  <cp:revision>10</cp:revision>
  <dcterms:created xsi:type="dcterms:W3CDTF">2024-03-22T08:23:37Z</dcterms:created>
  <dcterms:modified xsi:type="dcterms:W3CDTF">2024-03-23T08:01:15Z</dcterms:modified>
</cp:coreProperties>
</file>